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0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5D08B0-CDBF-4C3B-9C91-1F3E3D11FEE0}" v="86" dt="2026-01-08T13:42:22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nsh verma" userId="074e315a69afed1c" providerId="LiveId" clId="{6DC067AC-7D90-41D9-9D9D-127EFEA98762}"/>
    <pc:docChg chg="undo custSel addSld modSld sldOrd">
      <pc:chgData name="Divyansh verma" userId="074e315a69afed1c" providerId="LiveId" clId="{6DC067AC-7D90-41D9-9D9D-127EFEA98762}" dt="2026-01-08T13:42:42.782" v="629" actId="20577"/>
      <pc:docMkLst>
        <pc:docMk/>
      </pc:docMkLst>
      <pc:sldChg chg="addSp modSp mod">
        <pc:chgData name="Divyansh verma" userId="074e315a69afed1c" providerId="LiveId" clId="{6DC067AC-7D90-41D9-9D9D-127EFEA98762}" dt="2026-01-08T12:50:13.574" v="20" actId="14100"/>
        <pc:sldMkLst>
          <pc:docMk/>
          <pc:sldMk cId="4130622189" sldId="256"/>
        </pc:sldMkLst>
        <pc:spChg chg="mod">
          <ac:chgData name="Divyansh verma" userId="074e315a69afed1c" providerId="LiveId" clId="{6DC067AC-7D90-41D9-9D9D-127EFEA98762}" dt="2026-01-08T12:48:23.538" v="17" actId="113"/>
          <ac:spMkLst>
            <pc:docMk/>
            <pc:sldMk cId="4130622189" sldId="256"/>
            <ac:spMk id="2" creationId="{B7C9E911-A5E6-1998-F3D7-4A0BCE2CD6F8}"/>
          </ac:spMkLst>
        </pc:spChg>
        <pc:spChg chg="mod">
          <ac:chgData name="Divyansh verma" userId="074e315a69afed1c" providerId="LiveId" clId="{6DC067AC-7D90-41D9-9D9D-127EFEA98762}" dt="2026-01-08T12:48:10.779" v="15" actId="113"/>
          <ac:spMkLst>
            <pc:docMk/>
            <pc:sldMk cId="4130622189" sldId="256"/>
            <ac:spMk id="3" creationId="{B6A1DA7B-D568-B803-E57F-324DF42DDA41}"/>
          </ac:spMkLst>
        </pc:spChg>
        <pc:spChg chg="add mod">
          <ac:chgData name="Divyansh verma" userId="074e315a69afed1c" providerId="LiveId" clId="{6DC067AC-7D90-41D9-9D9D-127EFEA98762}" dt="2026-01-08T12:50:03.146" v="19" actId="767"/>
          <ac:spMkLst>
            <pc:docMk/>
            <pc:sldMk cId="4130622189" sldId="256"/>
            <ac:spMk id="5" creationId="{E33316A5-5803-0DC6-29AA-0BC7F54FC9C5}"/>
          </ac:spMkLst>
        </pc:spChg>
        <pc:picChg chg="mod">
          <ac:chgData name="Divyansh verma" userId="074e315a69afed1c" providerId="LiveId" clId="{6DC067AC-7D90-41D9-9D9D-127EFEA98762}" dt="2026-01-08T12:50:13.574" v="20" actId="14100"/>
          <ac:picMkLst>
            <pc:docMk/>
            <pc:sldMk cId="4130622189" sldId="256"/>
            <ac:picMk id="4" creationId="{904A2B53-083D-A512-71C9-59AABBFDED63}"/>
          </ac:picMkLst>
        </pc:picChg>
      </pc:sldChg>
      <pc:sldChg chg="modSp mod">
        <pc:chgData name="Divyansh verma" userId="074e315a69afed1c" providerId="LiveId" clId="{6DC067AC-7D90-41D9-9D9D-127EFEA98762}" dt="2026-01-08T12:57:46.759" v="55" actId="113"/>
        <pc:sldMkLst>
          <pc:docMk/>
          <pc:sldMk cId="1442706394" sldId="257"/>
        </pc:sldMkLst>
        <pc:spChg chg="mod">
          <ac:chgData name="Divyansh verma" userId="074e315a69afed1c" providerId="LiveId" clId="{6DC067AC-7D90-41D9-9D9D-127EFEA98762}" dt="2026-01-08T12:57:46.759" v="55" actId="113"/>
          <ac:spMkLst>
            <pc:docMk/>
            <pc:sldMk cId="1442706394" sldId="257"/>
            <ac:spMk id="2" creationId="{0FAC396D-3342-6295-A5DE-49E954AEDBA2}"/>
          </ac:spMkLst>
        </pc:spChg>
      </pc:sldChg>
      <pc:sldChg chg="modSp mod">
        <pc:chgData name="Divyansh verma" userId="074e315a69afed1c" providerId="LiveId" clId="{6DC067AC-7D90-41D9-9D9D-127EFEA98762}" dt="2026-01-08T13:00:05.154" v="78" actId="113"/>
        <pc:sldMkLst>
          <pc:docMk/>
          <pc:sldMk cId="1338756468" sldId="258"/>
        </pc:sldMkLst>
        <pc:spChg chg="mod">
          <ac:chgData name="Divyansh verma" userId="074e315a69afed1c" providerId="LiveId" clId="{6DC067AC-7D90-41D9-9D9D-127EFEA98762}" dt="2026-01-08T13:00:05.154" v="78" actId="113"/>
          <ac:spMkLst>
            <pc:docMk/>
            <pc:sldMk cId="1338756468" sldId="258"/>
            <ac:spMk id="2" creationId="{ED208605-9893-9369-7823-9C635BB35295}"/>
          </ac:spMkLst>
        </pc:spChg>
      </pc:sldChg>
      <pc:sldChg chg="modSp mod">
        <pc:chgData name="Divyansh verma" userId="074e315a69afed1c" providerId="LiveId" clId="{6DC067AC-7D90-41D9-9D9D-127EFEA98762}" dt="2026-01-08T13:00:44.515" v="81" actId="113"/>
        <pc:sldMkLst>
          <pc:docMk/>
          <pc:sldMk cId="1088601111" sldId="259"/>
        </pc:sldMkLst>
        <pc:spChg chg="mod">
          <ac:chgData name="Divyansh verma" userId="074e315a69afed1c" providerId="LiveId" clId="{6DC067AC-7D90-41D9-9D9D-127EFEA98762}" dt="2026-01-08T13:00:44.515" v="81" actId="113"/>
          <ac:spMkLst>
            <pc:docMk/>
            <pc:sldMk cId="1088601111" sldId="259"/>
            <ac:spMk id="2" creationId="{D9546B64-3AB5-61F4-A51C-F6D50ACC0980}"/>
          </ac:spMkLst>
        </pc:spChg>
      </pc:sldChg>
      <pc:sldChg chg="modSp mod">
        <pc:chgData name="Divyansh verma" userId="074e315a69afed1c" providerId="LiveId" clId="{6DC067AC-7D90-41D9-9D9D-127EFEA98762}" dt="2026-01-08T12:58:37.370" v="70" actId="113"/>
        <pc:sldMkLst>
          <pc:docMk/>
          <pc:sldMk cId="608598705" sldId="260"/>
        </pc:sldMkLst>
        <pc:spChg chg="mod">
          <ac:chgData name="Divyansh verma" userId="074e315a69afed1c" providerId="LiveId" clId="{6DC067AC-7D90-41D9-9D9D-127EFEA98762}" dt="2026-01-08T12:58:37.370" v="70" actId="113"/>
          <ac:spMkLst>
            <pc:docMk/>
            <pc:sldMk cId="608598705" sldId="260"/>
            <ac:spMk id="2" creationId="{D7BCC8B4-1B67-173F-F772-62441F0D445F}"/>
          </ac:spMkLst>
        </pc:spChg>
      </pc:sldChg>
      <pc:sldChg chg="modSp mod">
        <pc:chgData name="Divyansh verma" userId="074e315a69afed1c" providerId="LiveId" clId="{6DC067AC-7D90-41D9-9D9D-127EFEA98762}" dt="2026-01-08T12:59:09.318" v="74" actId="113"/>
        <pc:sldMkLst>
          <pc:docMk/>
          <pc:sldMk cId="3614228616" sldId="261"/>
        </pc:sldMkLst>
        <pc:spChg chg="mod">
          <ac:chgData name="Divyansh verma" userId="074e315a69afed1c" providerId="LiveId" clId="{6DC067AC-7D90-41D9-9D9D-127EFEA98762}" dt="2026-01-08T12:59:09.318" v="74" actId="113"/>
          <ac:spMkLst>
            <pc:docMk/>
            <pc:sldMk cId="3614228616" sldId="261"/>
            <ac:spMk id="2" creationId="{914330A0-0BBE-989A-784C-18F72618A917}"/>
          </ac:spMkLst>
        </pc:spChg>
      </pc:sldChg>
      <pc:sldChg chg="modSp new mod">
        <pc:chgData name="Divyansh verma" userId="074e315a69afed1c" providerId="LiveId" clId="{6DC067AC-7D90-41D9-9D9D-127EFEA98762}" dt="2026-01-08T13:31:38.350" v="367" actId="5793"/>
        <pc:sldMkLst>
          <pc:docMk/>
          <pc:sldMk cId="1203982193" sldId="262"/>
        </pc:sldMkLst>
        <pc:spChg chg="mod">
          <ac:chgData name="Divyansh verma" userId="074e315a69afed1c" providerId="LiveId" clId="{6DC067AC-7D90-41D9-9D9D-127EFEA98762}" dt="2026-01-08T12:52:08.505" v="23" actId="113"/>
          <ac:spMkLst>
            <pc:docMk/>
            <pc:sldMk cId="1203982193" sldId="262"/>
            <ac:spMk id="2" creationId="{52529F61-622D-4656-C8B9-53809860496D}"/>
          </ac:spMkLst>
        </pc:spChg>
        <pc:spChg chg="mod">
          <ac:chgData name="Divyansh verma" userId="074e315a69afed1c" providerId="LiveId" clId="{6DC067AC-7D90-41D9-9D9D-127EFEA98762}" dt="2026-01-08T13:31:38.350" v="367" actId="5793"/>
          <ac:spMkLst>
            <pc:docMk/>
            <pc:sldMk cId="1203982193" sldId="262"/>
            <ac:spMk id="3" creationId="{E7022F57-6D52-9CB2-9486-3828A3E00CC9}"/>
          </ac:spMkLst>
        </pc:spChg>
      </pc:sldChg>
      <pc:sldChg chg="addSp delSp modSp new mod">
        <pc:chgData name="Divyansh verma" userId="074e315a69afed1c" providerId="LiveId" clId="{6DC067AC-7D90-41D9-9D9D-127EFEA98762}" dt="2026-01-08T13:42:42.782" v="629" actId="20577"/>
        <pc:sldMkLst>
          <pc:docMk/>
          <pc:sldMk cId="105102811" sldId="263"/>
        </pc:sldMkLst>
        <pc:spChg chg="mod">
          <ac:chgData name="Divyansh verma" userId="074e315a69afed1c" providerId="LiveId" clId="{6DC067AC-7D90-41D9-9D9D-127EFEA98762}" dt="2026-01-08T12:53:51.423" v="38" actId="113"/>
          <ac:spMkLst>
            <pc:docMk/>
            <pc:sldMk cId="105102811" sldId="263"/>
            <ac:spMk id="2" creationId="{9AC03C0D-D980-F5B2-D5BB-47F779C67BD8}"/>
          </ac:spMkLst>
        </pc:spChg>
        <pc:spChg chg="del">
          <ac:chgData name="Divyansh verma" userId="074e315a69afed1c" providerId="LiveId" clId="{6DC067AC-7D90-41D9-9D9D-127EFEA98762}" dt="2026-01-08T12:54:23.502" v="39"/>
          <ac:spMkLst>
            <pc:docMk/>
            <pc:sldMk cId="105102811" sldId="263"/>
            <ac:spMk id="3" creationId="{89019D28-306E-1D1C-AEB0-5C42628BA86C}"/>
          </ac:spMkLst>
        </pc:spChg>
        <pc:spChg chg="add del mod">
          <ac:chgData name="Divyansh verma" userId="074e315a69afed1c" providerId="LiveId" clId="{6DC067AC-7D90-41D9-9D9D-127EFEA98762}" dt="2026-01-08T13:39:00.117" v="555" actId="21"/>
          <ac:spMkLst>
            <pc:docMk/>
            <pc:sldMk cId="105102811" sldId="263"/>
            <ac:spMk id="4" creationId="{ABBB6254-3640-3C4F-2561-A5401375E027}"/>
          </ac:spMkLst>
        </pc:spChg>
        <pc:spChg chg="add mod">
          <ac:chgData name="Divyansh verma" userId="074e315a69afed1c" providerId="LiveId" clId="{6DC067AC-7D90-41D9-9D9D-127EFEA98762}" dt="2026-01-08T13:39:35.947" v="563" actId="767"/>
          <ac:spMkLst>
            <pc:docMk/>
            <pc:sldMk cId="105102811" sldId="263"/>
            <ac:spMk id="6" creationId="{EB7B9A7B-D571-70D8-73F9-F69BC284BC3F}"/>
          </ac:spMkLst>
        </pc:spChg>
        <pc:spChg chg="add mod">
          <ac:chgData name="Divyansh verma" userId="074e315a69afed1c" providerId="LiveId" clId="{6DC067AC-7D90-41D9-9D9D-127EFEA98762}" dt="2026-01-08T13:42:42.782" v="629" actId="20577"/>
          <ac:spMkLst>
            <pc:docMk/>
            <pc:sldMk cId="105102811" sldId="263"/>
            <ac:spMk id="7" creationId="{28338A51-5B36-3573-D33E-0073AD398255}"/>
          </ac:spMkLst>
        </pc:spChg>
        <pc:graphicFrameChg chg="add del mod">
          <ac:chgData name="Divyansh verma" userId="074e315a69afed1c" providerId="LiveId" clId="{6DC067AC-7D90-41D9-9D9D-127EFEA98762}" dt="2026-01-08T13:39:56.817" v="567" actId="478"/>
          <ac:graphicFrameMkLst>
            <pc:docMk/>
            <pc:sldMk cId="105102811" sldId="263"/>
            <ac:graphicFrameMk id="5" creationId="{FD7D27E0-FD0B-8075-538B-2EE87A3886B3}"/>
          </ac:graphicFrameMkLst>
        </pc:graphicFrameChg>
      </pc:sldChg>
      <pc:sldChg chg="addSp delSp modSp new mod">
        <pc:chgData name="Divyansh verma" userId="074e315a69afed1c" providerId="LiveId" clId="{6DC067AC-7D90-41D9-9D9D-127EFEA98762}" dt="2026-01-08T13:34:20.281" v="370" actId="207"/>
        <pc:sldMkLst>
          <pc:docMk/>
          <pc:sldMk cId="861112599" sldId="264"/>
        </pc:sldMkLst>
        <pc:spChg chg="mod">
          <ac:chgData name="Divyansh verma" userId="074e315a69afed1c" providerId="LiveId" clId="{6DC067AC-7D90-41D9-9D9D-127EFEA98762}" dt="2026-01-08T12:56:31.706" v="43" actId="113"/>
          <ac:spMkLst>
            <pc:docMk/>
            <pc:sldMk cId="861112599" sldId="264"/>
            <ac:spMk id="2" creationId="{712737E6-FD73-1391-A1F4-814508DF11E6}"/>
          </ac:spMkLst>
        </pc:spChg>
        <pc:spChg chg="del mod">
          <ac:chgData name="Divyansh verma" userId="074e315a69afed1c" providerId="LiveId" clId="{6DC067AC-7D90-41D9-9D9D-127EFEA98762}" dt="2026-01-08T13:27:06.071" v="238"/>
          <ac:spMkLst>
            <pc:docMk/>
            <pc:sldMk cId="861112599" sldId="264"/>
            <ac:spMk id="3" creationId="{772A48C6-3DF6-50CC-0746-2777E2CA0627}"/>
          </ac:spMkLst>
        </pc:spChg>
        <pc:spChg chg="add del">
          <ac:chgData name="Divyansh verma" userId="074e315a69afed1c" providerId="LiveId" clId="{6DC067AC-7D90-41D9-9D9D-127EFEA98762}" dt="2026-01-08T13:15:01.706" v="134" actId="11529"/>
          <ac:spMkLst>
            <pc:docMk/>
            <pc:sldMk cId="861112599" sldId="264"/>
            <ac:spMk id="4" creationId="{12F82FF4-0E74-344F-5235-70A0BD489434}"/>
          </ac:spMkLst>
        </pc:spChg>
        <pc:graphicFrameChg chg="add del mod modGraphic">
          <ac:chgData name="Divyansh verma" userId="074e315a69afed1c" providerId="LiveId" clId="{6DC067AC-7D90-41D9-9D9D-127EFEA98762}" dt="2026-01-08T13:26:57.914" v="236" actId="21"/>
          <ac:graphicFrameMkLst>
            <pc:docMk/>
            <pc:sldMk cId="861112599" sldId="264"/>
            <ac:graphicFrameMk id="5" creationId="{E89FE681-D24F-65B5-AAD4-7DC343BF0FAD}"/>
          </ac:graphicFrameMkLst>
        </pc:graphicFrameChg>
        <pc:graphicFrameChg chg="add mod">
          <ac:chgData name="Divyansh verma" userId="074e315a69afed1c" providerId="LiveId" clId="{6DC067AC-7D90-41D9-9D9D-127EFEA98762}" dt="2026-01-08T13:34:20.281" v="370" actId="207"/>
          <ac:graphicFrameMkLst>
            <pc:docMk/>
            <pc:sldMk cId="861112599" sldId="264"/>
            <ac:graphicFrameMk id="6" creationId="{E89FE681-D24F-65B5-AAD4-7DC343BF0FAD}"/>
          </ac:graphicFrameMkLst>
        </pc:graphicFrameChg>
      </pc:sldChg>
      <pc:sldChg chg="addSp delSp modSp new mod ord">
        <pc:chgData name="Divyansh verma" userId="074e315a69afed1c" providerId="LiveId" clId="{6DC067AC-7D90-41D9-9D9D-127EFEA98762}" dt="2026-01-08T13:30:36.855" v="365" actId="27636"/>
        <pc:sldMkLst>
          <pc:docMk/>
          <pc:sldMk cId="2982680566" sldId="265"/>
        </pc:sldMkLst>
        <pc:spChg chg="mod">
          <ac:chgData name="Divyansh verma" userId="074e315a69afed1c" providerId="LiveId" clId="{6DC067AC-7D90-41D9-9D9D-127EFEA98762}" dt="2026-01-08T13:06:24.473" v="131" actId="113"/>
          <ac:spMkLst>
            <pc:docMk/>
            <pc:sldMk cId="2982680566" sldId="265"/>
            <ac:spMk id="2" creationId="{E23A3DF5-9C02-74DA-7E84-96E96CE591D4}"/>
          </ac:spMkLst>
        </pc:spChg>
        <pc:spChg chg="add del mod">
          <ac:chgData name="Divyansh verma" userId="074e315a69afed1c" providerId="LiveId" clId="{6DC067AC-7D90-41D9-9D9D-127EFEA98762}" dt="2026-01-08T13:30:36.855" v="365" actId="27636"/>
          <ac:spMkLst>
            <pc:docMk/>
            <pc:sldMk cId="2982680566" sldId="265"/>
            <ac:spMk id="3" creationId="{6C3BCA67-E3C4-D229-B671-5A0544B85B18}"/>
          </ac:spMkLst>
        </pc:spChg>
        <pc:spChg chg="add mod">
          <ac:chgData name="Divyansh verma" userId="074e315a69afed1c" providerId="LiveId" clId="{6DC067AC-7D90-41D9-9D9D-127EFEA98762}" dt="2026-01-08T13:06:10.905" v="130"/>
          <ac:spMkLst>
            <pc:docMk/>
            <pc:sldMk cId="2982680566" sldId="265"/>
            <ac:spMk id="4" creationId="{9030D7B4-40BE-DC71-9246-D7A9B1EFCEE1}"/>
          </ac:spMkLst>
        </pc:spChg>
        <pc:spChg chg="add">
          <ac:chgData name="Divyansh verma" userId="074e315a69afed1c" providerId="LiveId" clId="{6DC067AC-7D90-41D9-9D9D-127EFEA98762}" dt="2026-01-08T13:04:52.370" v="109"/>
          <ac:spMkLst>
            <pc:docMk/>
            <pc:sldMk cId="2982680566" sldId="265"/>
            <ac:spMk id="5" creationId="{6BD53DC3-B452-B26C-4270-7F60A346F5F8}"/>
          </ac:spMkLst>
        </pc:spChg>
        <pc:spChg chg="add">
          <ac:chgData name="Divyansh verma" userId="074e315a69afed1c" providerId="LiveId" clId="{6DC067AC-7D90-41D9-9D9D-127EFEA98762}" dt="2026-01-08T13:05:04.220" v="114"/>
          <ac:spMkLst>
            <pc:docMk/>
            <pc:sldMk cId="2982680566" sldId="265"/>
            <ac:spMk id="6" creationId="{FCE0B269-B1AB-BD41-BDAB-2FBCAB0A5AF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A7A906-B04D-4E90-9B5E-F1498B7A9369}" type="doc">
      <dgm:prSet loTypeId="urn:microsoft.com/office/officeart/2005/8/layout/process2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4DFDD99-B9F4-4B11-BD45-F8A51794C68D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IN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Raw Data </a:t>
          </a:r>
        </a:p>
      </dgm:t>
    </dgm:pt>
    <dgm:pt modelId="{39F5E14A-3544-4A36-AF09-3C210FAD6A9D}" type="parTrans" cxnId="{1C35DF82-A8AF-4FBC-B1AA-00FFB19ABAD8}">
      <dgm:prSet/>
      <dgm:spPr/>
      <dgm:t>
        <a:bodyPr/>
        <a:lstStyle/>
        <a:p>
          <a:endParaRPr lang="en-IN"/>
        </a:p>
      </dgm:t>
    </dgm:pt>
    <dgm:pt modelId="{A0E04BD9-A5E9-4C30-83BA-68D6D74BF130}" type="sibTrans" cxnId="{1C35DF82-A8AF-4FBC-B1AA-00FFB19ABAD8}">
      <dgm:prSet/>
      <dgm:spPr/>
      <dgm:t>
        <a:bodyPr/>
        <a:lstStyle/>
        <a:p>
          <a:endParaRPr lang="en-IN"/>
        </a:p>
      </dgm:t>
    </dgm:pt>
    <dgm:pt modelId="{36F35216-3AC0-40E5-BDF2-B9E5E059187B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IN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SQL Analysis</a:t>
          </a:r>
          <a:endParaRPr lang="en-IN" dirty="0"/>
        </a:p>
      </dgm:t>
    </dgm:pt>
    <dgm:pt modelId="{B17DFF95-586D-4026-8C9F-8E81502B1587}" type="parTrans" cxnId="{A6495B06-F558-43B5-8FB7-F598B52B6C56}">
      <dgm:prSet/>
      <dgm:spPr/>
      <dgm:t>
        <a:bodyPr/>
        <a:lstStyle/>
        <a:p>
          <a:endParaRPr lang="en-IN"/>
        </a:p>
      </dgm:t>
    </dgm:pt>
    <dgm:pt modelId="{7313E655-5A16-4393-B26B-7C321316BCB7}" type="sibTrans" cxnId="{A6495B06-F558-43B5-8FB7-F598B52B6C56}">
      <dgm:prSet/>
      <dgm:spPr/>
      <dgm:t>
        <a:bodyPr/>
        <a:lstStyle/>
        <a:p>
          <a:endParaRPr lang="en-IN"/>
        </a:p>
      </dgm:t>
    </dgm:pt>
    <dgm:pt modelId="{E9280898-2AE3-4071-9E2D-C7D21973461F}">
      <dgm:prSet phldrT="[Text]"/>
      <dgm:spPr>
        <a:solidFill>
          <a:srgbClr val="FFC000"/>
        </a:solidFill>
      </dgm:spPr>
      <dgm:t>
        <a:bodyPr/>
        <a:lstStyle/>
        <a:p>
          <a:r>
            <a:rPr lang="en-IN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Power BI Dashboard </a:t>
          </a:r>
          <a:endParaRPr lang="en-IN" dirty="0"/>
        </a:p>
      </dgm:t>
    </dgm:pt>
    <dgm:pt modelId="{C5D05315-F898-44B9-9C2B-B6962344F77A}" type="parTrans" cxnId="{98791E0B-27CA-47DF-B1DE-BA86E87297CB}">
      <dgm:prSet/>
      <dgm:spPr/>
      <dgm:t>
        <a:bodyPr/>
        <a:lstStyle/>
        <a:p>
          <a:endParaRPr lang="en-IN"/>
        </a:p>
      </dgm:t>
    </dgm:pt>
    <dgm:pt modelId="{D72D8615-0D90-4F49-A098-136FF10AF003}" type="sibTrans" cxnId="{98791E0B-27CA-47DF-B1DE-BA86E87297CB}">
      <dgm:prSet/>
      <dgm:spPr/>
      <dgm:t>
        <a:bodyPr/>
        <a:lstStyle/>
        <a:p>
          <a:endParaRPr lang="en-IN"/>
        </a:p>
      </dgm:t>
    </dgm:pt>
    <dgm:pt modelId="{9B221591-C102-4734-9A38-B71E3D569963}">
      <dgm:prSet/>
      <dgm:spPr>
        <a:solidFill>
          <a:srgbClr val="00B0F0"/>
        </a:solidFill>
      </dgm:spPr>
      <dgm:t>
        <a:bodyPr/>
        <a:lstStyle/>
        <a:p>
          <a:r>
            <a:rPr lang="en-IN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Insights</a:t>
          </a:r>
          <a:endParaRPr lang="en-IN"/>
        </a:p>
      </dgm:t>
    </dgm:pt>
    <dgm:pt modelId="{197E4169-25D1-47D3-8055-E804479333EC}" type="parTrans" cxnId="{449C3844-F42A-4568-A40B-747489186CA1}">
      <dgm:prSet/>
      <dgm:spPr/>
      <dgm:t>
        <a:bodyPr/>
        <a:lstStyle/>
        <a:p>
          <a:endParaRPr lang="en-IN"/>
        </a:p>
      </dgm:t>
    </dgm:pt>
    <dgm:pt modelId="{B6F69018-6500-40B1-93E0-7F0ACEB886AE}" type="sibTrans" cxnId="{449C3844-F42A-4568-A40B-747489186CA1}">
      <dgm:prSet/>
      <dgm:spPr/>
      <dgm:t>
        <a:bodyPr/>
        <a:lstStyle/>
        <a:p>
          <a:endParaRPr lang="en-IN"/>
        </a:p>
      </dgm:t>
    </dgm:pt>
    <dgm:pt modelId="{DAFFAB83-6342-4694-BE01-334259D9FCCF}" type="pres">
      <dgm:prSet presAssocID="{E7A7A906-B04D-4E90-9B5E-F1498B7A9369}" presName="linearFlow" presStyleCnt="0">
        <dgm:presLayoutVars>
          <dgm:resizeHandles val="exact"/>
        </dgm:presLayoutVars>
      </dgm:prSet>
      <dgm:spPr/>
    </dgm:pt>
    <dgm:pt modelId="{548CCB23-11EE-4F5D-B922-674DB619F53A}" type="pres">
      <dgm:prSet presAssocID="{44DFDD99-B9F4-4B11-BD45-F8A51794C68D}" presName="node" presStyleLbl="node1" presStyleIdx="0" presStyleCnt="4">
        <dgm:presLayoutVars>
          <dgm:bulletEnabled val="1"/>
        </dgm:presLayoutVars>
      </dgm:prSet>
      <dgm:spPr/>
    </dgm:pt>
    <dgm:pt modelId="{098ED463-8AAC-4230-BD8E-80EC0BCF4CE3}" type="pres">
      <dgm:prSet presAssocID="{A0E04BD9-A5E9-4C30-83BA-68D6D74BF130}" presName="sibTrans" presStyleLbl="sibTrans2D1" presStyleIdx="0" presStyleCnt="3"/>
      <dgm:spPr/>
    </dgm:pt>
    <dgm:pt modelId="{D43C7195-20B6-4B0C-8294-D0A546F0543B}" type="pres">
      <dgm:prSet presAssocID="{A0E04BD9-A5E9-4C30-83BA-68D6D74BF130}" presName="connectorText" presStyleLbl="sibTrans2D1" presStyleIdx="0" presStyleCnt="3"/>
      <dgm:spPr/>
    </dgm:pt>
    <dgm:pt modelId="{20084CD4-8C74-4BA1-B681-DBBA3123D212}" type="pres">
      <dgm:prSet presAssocID="{36F35216-3AC0-40E5-BDF2-B9E5E059187B}" presName="node" presStyleLbl="node1" presStyleIdx="1" presStyleCnt="4">
        <dgm:presLayoutVars>
          <dgm:bulletEnabled val="1"/>
        </dgm:presLayoutVars>
      </dgm:prSet>
      <dgm:spPr/>
    </dgm:pt>
    <dgm:pt modelId="{55D9B279-58EB-4362-A009-98B0B2ADC1F4}" type="pres">
      <dgm:prSet presAssocID="{7313E655-5A16-4393-B26B-7C321316BCB7}" presName="sibTrans" presStyleLbl="sibTrans2D1" presStyleIdx="1" presStyleCnt="3"/>
      <dgm:spPr/>
    </dgm:pt>
    <dgm:pt modelId="{64D45F7F-4811-44E5-A813-FD192527FFAA}" type="pres">
      <dgm:prSet presAssocID="{7313E655-5A16-4393-B26B-7C321316BCB7}" presName="connectorText" presStyleLbl="sibTrans2D1" presStyleIdx="1" presStyleCnt="3"/>
      <dgm:spPr/>
    </dgm:pt>
    <dgm:pt modelId="{6CA8AFF5-4C05-45B4-9C8B-6DDAE7EDABAB}" type="pres">
      <dgm:prSet presAssocID="{E9280898-2AE3-4071-9E2D-C7D21973461F}" presName="node" presStyleLbl="node1" presStyleIdx="2" presStyleCnt="4">
        <dgm:presLayoutVars>
          <dgm:bulletEnabled val="1"/>
        </dgm:presLayoutVars>
      </dgm:prSet>
      <dgm:spPr/>
    </dgm:pt>
    <dgm:pt modelId="{F927FEE1-BC72-41E0-B616-CC614C4111B3}" type="pres">
      <dgm:prSet presAssocID="{D72D8615-0D90-4F49-A098-136FF10AF003}" presName="sibTrans" presStyleLbl="sibTrans2D1" presStyleIdx="2" presStyleCnt="3"/>
      <dgm:spPr/>
    </dgm:pt>
    <dgm:pt modelId="{061EE4C7-1F3C-49B6-A982-93EFBC2DAAFE}" type="pres">
      <dgm:prSet presAssocID="{D72D8615-0D90-4F49-A098-136FF10AF003}" presName="connectorText" presStyleLbl="sibTrans2D1" presStyleIdx="2" presStyleCnt="3"/>
      <dgm:spPr/>
    </dgm:pt>
    <dgm:pt modelId="{92D2F502-BA4D-4DE1-B924-C6BD2DA57667}" type="pres">
      <dgm:prSet presAssocID="{9B221591-C102-4734-9A38-B71E3D569963}" presName="node" presStyleLbl="node1" presStyleIdx="3" presStyleCnt="4">
        <dgm:presLayoutVars>
          <dgm:bulletEnabled val="1"/>
        </dgm:presLayoutVars>
      </dgm:prSet>
      <dgm:spPr/>
    </dgm:pt>
  </dgm:ptLst>
  <dgm:cxnLst>
    <dgm:cxn modelId="{A6495B06-F558-43B5-8FB7-F598B52B6C56}" srcId="{E7A7A906-B04D-4E90-9B5E-F1498B7A9369}" destId="{36F35216-3AC0-40E5-BDF2-B9E5E059187B}" srcOrd="1" destOrd="0" parTransId="{B17DFF95-586D-4026-8C9F-8E81502B1587}" sibTransId="{7313E655-5A16-4393-B26B-7C321316BCB7}"/>
    <dgm:cxn modelId="{E7705D07-D0E0-4FC1-AA89-2EF526360BC6}" type="presOf" srcId="{7313E655-5A16-4393-B26B-7C321316BCB7}" destId="{55D9B279-58EB-4362-A009-98B0B2ADC1F4}" srcOrd="0" destOrd="0" presId="urn:microsoft.com/office/officeart/2005/8/layout/process2"/>
    <dgm:cxn modelId="{98791E0B-27CA-47DF-B1DE-BA86E87297CB}" srcId="{E7A7A906-B04D-4E90-9B5E-F1498B7A9369}" destId="{E9280898-2AE3-4071-9E2D-C7D21973461F}" srcOrd="2" destOrd="0" parTransId="{C5D05315-F898-44B9-9C2B-B6962344F77A}" sibTransId="{D72D8615-0D90-4F49-A098-136FF10AF003}"/>
    <dgm:cxn modelId="{39B7F53E-2530-4993-9458-6BE32AD9DF9E}" type="presOf" srcId="{A0E04BD9-A5E9-4C30-83BA-68D6D74BF130}" destId="{D43C7195-20B6-4B0C-8294-D0A546F0543B}" srcOrd="1" destOrd="0" presId="urn:microsoft.com/office/officeart/2005/8/layout/process2"/>
    <dgm:cxn modelId="{F796803F-45AE-469D-B049-5A803B1AE1F4}" type="presOf" srcId="{D72D8615-0D90-4F49-A098-136FF10AF003}" destId="{F927FEE1-BC72-41E0-B616-CC614C4111B3}" srcOrd="0" destOrd="0" presId="urn:microsoft.com/office/officeart/2005/8/layout/process2"/>
    <dgm:cxn modelId="{7862FA60-0412-4084-B7D4-840FBF1917D7}" type="presOf" srcId="{A0E04BD9-A5E9-4C30-83BA-68D6D74BF130}" destId="{098ED463-8AAC-4230-BD8E-80EC0BCF4CE3}" srcOrd="0" destOrd="0" presId="urn:microsoft.com/office/officeart/2005/8/layout/process2"/>
    <dgm:cxn modelId="{449C3844-F42A-4568-A40B-747489186CA1}" srcId="{E7A7A906-B04D-4E90-9B5E-F1498B7A9369}" destId="{9B221591-C102-4734-9A38-B71E3D569963}" srcOrd="3" destOrd="0" parTransId="{197E4169-25D1-47D3-8055-E804479333EC}" sibTransId="{B6F69018-6500-40B1-93E0-7F0ACEB886AE}"/>
    <dgm:cxn modelId="{B7B4EF47-6FB4-463A-B794-C4A5CBF46717}" type="presOf" srcId="{E9280898-2AE3-4071-9E2D-C7D21973461F}" destId="{6CA8AFF5-4C05-45B4-9C8B-6DDAE7EDABAB}" srcOrd="0" destOrd="0" presId="urn:microsoft.com/office/officeart/2005/8/layout/process2"/>
    <dgm:cxn modelId="{1C35DF82-A8AF-4FBC-B1AA-00FFB19ABAD8}" srcId="{E7A7A906-B04D-4E90-9B5E-F1498B7A9369}" destId="{44DFDD99-B9F4-4B11-BD45-F8A51794C68D}" srcOrd="0" destOrd="0" parTransId="{39F5E14A-3544-4A36-AF09-3C210FAD6A9D}" sibTransId="{A0E04BD9-A5E9-4C30-83BA-68D6D74BF130}"/>
    <dgm:cxn modelId="{CD5BB797-F4D3-481E-9F2D-A7B90BD06168}" type="presOf" srcId="{E7A7A906-B04D-4E90-9B5E-F1498B7A9369}" destId="{DAFFAB83-6342-4694-BE01-334259D9FCCF}" srcOrd="0" destOrd="0" presId="urn:microsoft.com/office/officeart/2005/8/layout/process2"/>
    <dgm:cxn modelId="{BC9C58C1-1D3E-4A3E-B422-7B5943E23100}" type="presOf" srcId="{D72D8615-0D90-4F49-A098-136FF10AF003}" destId="{061EE4C7-1F3C-49B6-A982-93EFBC2DAAFE}" srcOrd="1" destOrd="0" presId="urn:microsoft.com/office/officeart/2005/8/layout/process2"/>
    <dgm:cxn modelId="{78FAB7C1-37F7-4E94-AD0D-B12663C022D4}" type="presOf" srcId="{9B221591-C102-4734-9A38-B71E3D569963}" destId="{92D2F502-BA4D-4DE1-B924-C6BD2DA57667}" srcOrd="0" destOrd="0" presId="urn:microsoft.com/office/officeart/2005/8/layout/process2"/>
    <dgm:cxn modelId="{C9DCA1E2-FDC5-430B-950A-7552F644BDA0}" type="presOf" srcId="{7313E655-5A16-4393-B26B-7C321316BCB7}" destId="{64D45F7F-4811-44E5-A813-FD192527FFAA}" srcOrd="1" destOrd="0" presId="urn:microsoft.com/office/officeart/2005/8/layout/process2"/>
    <dgm:cxn modelId="{E785EEE8-B78F-4AAB-9B46-3ED46E7E7134}" type="presOf" srcId="{36F35216-3AC0-40E5-BDF2-B9E5E059187B}" destId="{20084CD4-8C74-4BA1-B681-DBBA3123D212}" srcOrd="0" destOrd="0" presId="urn:microsoft.com/office/officeart/2005/8/layout/process2"/>
    <dgm:cxn modelId="{D55847ED-0DC4-41D0-A9F9-9F255AC53C24}" type="presOf" srcId="{44DFDD99-B9F4-4B11-BD45-F8A51794C68D}" destId="{548CCB23-11EE-4F5D-B922-674DB619F53A}" srcOrd="0" destOrd="0" presId="urn:microsoft.com/office/officeart/2005/8/layout/process2"/>
    <dgm:cxn modelId="{A77D9D22-4227-4FC1-9109-F9C3C7CCD8D8}" type="presParOf" srcId="{DAFFAB83-6342-4694-BE01-334259D9FCCF}" destId="{548CCB23-11EE-4F5D-B922-674DB619F53A}" srcOrd="0" destOrd="0" presId="urn:microsoft.com/office/officeart/2005/8/layout/process2"/>
    <dgm:cxn modelId="{D66D3C4E-8FC9-41E7-8DAA-EB0E7B75D012}" type="presParOf" srcId="{DAFFAB83-6342-4694-BE01-334259D9FCCF}" destId="{098ED463-8AAC-4230-BD8E-80EC0BCF4CE3}" srcOrd="1" destOrd="0" presId="urn:microsoft.com/office/officeart/2005/8/layout/process2"/>
    <dgm:cxn modelId="{F02ADCAF-2DC7-41B8-9E8E-0E7187DAB2FD}" type="presParOf" srcId="{098ED463-8AAC-4230-BD8E-80EC0BCF4CE3}" destId="{D43C7195-20B6-4B0C-8294-D0A546F0543B}" srcOrd="0" destOrd="0" presId="urn:microsoft.com/office/officeart/2005/8/layout/process2"/>
    <dgm:cxn modelId="{F7EDBDCF-C26B-4578-88CE-926ADB5EC678}" type="presParOf" srcId="{DAFFAB83-6342-4694-BE01-334259D9FCCF}" destId="{20084CD4-8C74-4BA1-B681-DBBA3123D212}" srcOrd="2" destOrd="0" presId="urn:microsoft.com/office/officeart/2005/8/layout/process2"/>
    <dgm:cxn modelId="{C67C3772-4B08-4419-84ED-7EB0E98F4527}" type="presParOf" srcId="{DAFFAB83-6342-4694-BE01-334259D9FCCF}" destId="{55D9B279-58EB-4362-A009-98B0B2ADC1F4}" srcOrd="3" destOrd="0" presId="urn:microsoft.com/office/officeart/2005/8/layout/process2"/>
    <dgm:cxn modelId="{EBBC1B32-0A3D-4523-A9BC-4EC3E93E4DEF}" type="presParOf" srcId="{55D9B279-58EB-4362-A009-98B0B2ADC1F4}" destId="{64D45F7F-4811-44E5-A813-FD192527FFAA}" srcOrd="0" destOrd="0" presId="urn:microsoft.com/office/officeart/2005/8/layout/process2"/>
    <dgm:cxn modelId="{A985D450-37A1-4F9A-9690-9F9C11E12117}" type="presParOf" srcId="{DAFFAB83-6342-4694-BE01-334259D9FCCF}" destId="{6CA8AFF5-4C05-45B4-9C8B-6DDAE7EDABAB}" srcOrd="4" destOrd="0" presId="urn:microsoft.com/office/officeart/2005/8/layout/process2"/>
    <dgm:cxn modelId="{FF4D9FC8-89ED-47FB-BA9D-3B1E06C2FCD5}" type="presParOf" srcId="{DAFFAB83-6342-4694-BE01-334259D9FCCF}" destId="{F927FEE1-BC72-41E0-B616-CC614C4111B3}" srcOrd="5" destOrd="0" presId="urn:microsoft.com/office/officeart/2005/8/layout/process2"/>
    <dgm:cxn modelId="{CD7FCE5F-8A6A-44C2-AF81-1278B925EA9C}" type="presParOf" srcId="{F927FEE1-BC72-41E0-B616-CC614C4111B3}" destId="{061EE4C7-1F3C-49B6-A982-93EFBC2DAAFE}" srcOrd="0" destOrd="0" presId="urn:microsoft.com/office/officeart/2005/8/layout/process2"/>
    <dgm:cxn modelId="{AF3CD6F7-FF5A-4D46-8739-11D0921A5F58}" type="presParOf" srcId="{DAFFAB83-6342-4694-BE01-334259D9FCCF}" destId="{92D2F502-BA4D-4DE1-B924-C6BD2DA57667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CCB23-11EE-4F5D-B922-674DB619F53A}">
      <dsp:nvSpPr>
        <dsp:cNvPr id="0" name=""/>
        <dsp:cNvSpPr/>
      </dsp:nvSpPr>
      <dsp:spPr>
        <a:xfrm>
          <a:off x="4546458" y="2124"/>
          <a:ext cx="1422683" cy="790379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Raw Data </a:t>
          </a:r>
        </a:p>
      </dsp:txBody>
      <dsp:txXfrm>
        <a:off x="4569607" y="25273"/>
        <a:ext cx="1376385" cy="744081"/>
      </dsp:txXfrm>
    </dsp:sp>
    <dsp:sp modelId="{098ED463-8AAC-4230-BD8E-80EC0BCF4CE3}">
      <dsp:nvSpPr>
        <dsp:cNvPr id="0" name=""/>
        <dsp:cNvSpPr/>
      </dsp:nvSpPr>
      <dsp:spPr>
        <a:xfrm rot="5400000">
          <a:off x="5109603" y="812263"/>
          <a:ext cx="296392" cy="35567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-5400000">
        <a:off x="5151098" y="841902"/>
        <a:ext cx="213402" cy="207474"/>
      </dsp:txXfrm>
    </dsp:sp>
    <dsp:sp modelId="{20084CD4-8C74-4BA1-B681-DBBA3123D212}">
      <dsp:nvSpPr>
        <dsp:cNvPr id="0" name=""/>
        <dsp:cNvSpPr/>
      </dsp:nvSpPr>
      <dsp:spPr>
        <a:xfrm>
          <a:off x="4546458" y="1187694"/>
          <a:ext cx="1422683" cy="790379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SQL Analysis</a:t>
          </a:r>
          <a:endParaRPr lang="en-IN" sz="2000" kern="1200" dirty="0"/>
        </a:p>
      </dsp:txBody>
      <dsp:txXfrm>
        <a:off x="4569607" y="1210843"/>
        <a:ext cx="1376385" cy="744081"/>
      </dsp:txXfrm>
    </dsp:sp>
    <dsp:sp modelId="{55D9B279-58EB-4362-A009-98B0B2ADC1F4}">
      <dsp:nvSpPr>
        <dsp:cNvPr id="0" name=""/>
        <dsp:cNvSpPr/>
      </dsp:nvSpPr>
      <dsp:spPr>
        <a:xfrm rot="5400000">
          <a:off x="5109603" y="1997833"/>
          <a:ext cx="296392" cy="35567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-5400000">
        <a:off x="5151098" y="2027472"/>
        <a:ext cx="213402" cy="207474"/>
      </dsp:txXfrm>
    </dsp:sp>
    <dsp:sp modelId="{6CA8AFF5-4C05-45B4-9C8B-6DDAE7EDABAB}">
      <dsp:nvSpPr>
        <dsp:cNvPr id="0" name=""/>
        <dsp:cNvSpPr/>
      </dsp:nvSpPr>
      <dsp:spPr>
        <a:xfrm>
          <a:off x="4546458" y="2373263"/>
          <a:ext cx="1422683" cy="790379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Power BI Dashboard </a:t>
          </a:r>
          <a:endParaRPr lang="en-IN" sz="2000" kern="1200" dirty="0"/>
        </a:p>
      </dsp:txBody>
      <dsp:txXfrm>
        <a:off x="4569607" y="2396412"/>
        <a:ext cx="1376385" cy="744081"/>
      </dsp:txXfrm>
    </dsp:sp>
    <dsp:sp modelId="{F927FEE1-BC72-41E0-B616-CC614C4111B3}">
      <dsp:nvSpPr>
        <dsp:cNvPr id="0" name=""/>
        <dsp:cNvSpPr/>
      </dsp:nvSpPr>
      <dsp:spPr>
        <a:xfrm rot="5400000">
          <a:off x="5109603" y="3183403"/>
          <a:ext cx="296392" cy="35567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-5400000">
        <a:off x="5151098" y="3213042"/>
        <a:ext cx="213402" cy="207474"/>
      </dsp:txXfrm>
    </dsp:sp>
    <dsp:sp modelId="{92D2F502-BA4D-4DE1-B924-C6BD2DA57667}">
      <dsp:nvSpPr>
        <dsp:cNvPr id="0" name=""/>
        <dsp:cNvSpPr/>
      </dsp:nvSpPr>
      <dsp:spPr>
        <a:xfrm>
          <a:off x="4546458" y="3558833"/>
          <a:ext cx="1422683" cy="790379"/>
        </a:xfrm>
        <a:prstGeom prst="roundRect">
          <a:avLst>
            <a:gd name="adj" fmla="val 10000"/>
          </a:avLst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Insights</a:t>
          </a:r>
          <a:endParaRPr lang="en-IN" sz="2000" kern="1200"/>
        </a:p>
      </dsp:txBody>
      <dsp:txXfrm>
        <a:off x="4569607" y="3581982"/>
        <a:ext cx="1376385" cy="7440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76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26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467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22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3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516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4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86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85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26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81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42000">
              <a:schemeClr val="accent2">
                <a:lumMod val="0"/>
                <a:lumOff val="100000"/>
              </a:schemeClr>
            </a:gs>
            <a:gs pos="90000">
              <a:schemeClr val="accent2">
                <a:lumMod val="10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FDA85-F1CE-437F-A0C8-C83BA69F9DB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16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E911-A5E6-1998-F3D7-4A0BCE2CD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Ride </a:t>
            </a:r>
            <a:r>
              <a:rPr lang="en-IN" sz="4800" b="1" dirty="0"/>
              <a:t>Performance </a:t>
            </a:r>
            <a:r>
              <a:rPr lang="en-US" sz="4800" b="1" dirty="0"/>
              <a:t>Analysis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1DA7B-D568-B803-E57F-324DF42DD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A2B53-083D-A512-71C9-59AABBFDED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50673" y="1327355"/>
            <a:ext cx="3656140" cy="129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2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9F61-622D-4656-C8B9-53809860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22F57-6D52-9CB2-9486-3828A3E0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Rising cancellations</a:t>
            </a:r>
          </a:p>
          <a:p>
            <a:r>
              <a:rPr lang="en-US" dirty="0"/>
              <a:t>Inconsistent customer ratings</a:t>
            </a:r>
          </a:p>
          <a:p>
            <a:r>
              <a:rPr lang="en-US" dirty="0"/>
              <a:t>Revenue variation across vehicle types &amp; regions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Business Question:</a:t>
            </a:r>
            <a:endParaRPr lang="en-US" dirty="0"/>
          </a:p>
          <a:p>
            <a:r>
              <a:rPr lang="en-US" dirty="0"/>
              <a:t>“How can OLA use ride data to improve revenue, reduce cancellations, and enhance customer satisfaction?”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982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3C0D-D980-F5B2-D5BB-47F779C6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338A51-5B36-3573-D33E-0073AD398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dataset consists of </a:t>
            </a:r>
            <a:r>
              <a:rPr lang="en-US" b="1" dirty="0"/>
              <a:t>100,000 OLA ride booking records</a:t>
            </a:r>
            <a:r>
              <a:rPr lang="en-US" dirty="0"/>
              <a:t>, representing end-to-end ride activity over the month of </a:t>
            </a:r>
            <a:r>
              <a:rPr lang="en-US" b="1" dirty="0"/>
              <a:t>JULY 2024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Each record captures the complete lifecycle of a ride—from booking creation to completion or cancellation—along with customer, driver, payment, and service quality details.</a:t>
            </a:r>
          </a:p>
        </p:txBody>
      </p:sp>
    </p:spTree>
    <p:extLst>
      <p:ext uri="{BB962C8B-B14F-4D97-AF65-F5344CB8AC3E}">
        <p14:creationId xmlns:p14="http://schemas.microsoft.com/office/powerpoint/2010/main" val="10510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37E6-FD73-1391-A1F4-814508DF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&amp; Methodology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89FE681-D24F-65B5-AAD4-7DC343BF0F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6940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111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396D-3342-6295-A5DE-49E954AE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Overall Performance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D370E2-6F5D-CAF6-F8D4-961AE4A39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856" y="1825625"/>
            <a:ext cx="7558287" cy="4351338"/>
          </a:xfrm>
        </p:spPr>
      </p:pic>
    </p:spTree>
    <p:extLst>
      <p:ext uri="{BB962C8B-B14F-4D97-AF65-F5344CB8AC3E}">
        <p14:creationId xmlns:p14="http://schemas.microsoft.com/office/powerpoint/2010/main" val="144270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8605-9893-9369-7823-9C635BB3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Vehicle Type Impact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9C35C9-CA4E-6A9A-0A86-7374D560D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78" y="1825625"/>
            <a:ext cx="7535243" cy="4351338"/>
          </a:xfrm>
        </p:spPr>
      </p:pic>
    </p:spTree>
    <p:extLst>
      <p:ext uri="{BB962C8B-B14F-4D97-AF65-F5344CB8AC3E}">
        <p14:creationId xmlns:p14="http://schemas.microsoft.com/office/powerpoint/2010/main" val="1338756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6B64-3AB5-61F4-A51C-F6D50ACC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Revenue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79D82A-379C-4C7E-B9AE-043AA7406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096" y="1825625"/>
            <a:ext cx="7689807" cy="4351338"/>
          </a:xfrm>
        </p:spPr>
      </p:pic>
    </p:spTree>
    <p:extLst>
      <p:ext uri="{BB962C8B-B14F-4D97-AF65-F5344CB8AC3E}">
        <p14:creationId xmlns:p14="http://schemas.microsoft.com/office/powerpoint/2010/main" val="1088601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C8B4-1B67-173F-F772-62441F0D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Cancellation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391840-B78D-31BD-EDAB-0F415D1AD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09" y="1825625"/>
            <a:ext cx="7544981" cy="4351338"/>
          </a:xfrm>
        </p:spPr>
      </p:pic>
    </p:spTree>
    <p:extLst>
      <p:ext uri="{BB962C8B-B14F-4D97-AF65-F5344CB8AC3E}">
        <p14:creationId xmlns:p14="http://schemas.microsoft.com/office/powerpoint/2010/main" val="60859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30A0-0BBE-989A-784C-18F72618A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Ratings &amp; Customer Satisfaction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5CA61B-2C00-5242-03E9-79D610BE9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044" y="1825625"/>
            <a:ext cx="7411912" cy="4351338"/>
          </a:xfrm>
        </p:spPr>
      </p:pic>
    </p:spTree>
    <p:extLst>
      <p:ext uri="{BB962C8B-B14F-4D97-AF65-F5344CB8AC3E}">
        <p14:creationId xmlns:p14="http://schemas.microsoft.com/office/powerpoint/2010/main" val="3614228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3DF5-9C02-74DA-7E84-96E96CE5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Business Insights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BCA67-E3C4-D229-B671-5A0544B85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Key Business Insights </a:t>
            </a:r>
          </a:p>
          <a:p>
            <a:r>
              <a:rPr lang="en-US" dirty="0"/>
              <a:t>High cancellations = revenue loss</a:t>
            </a:r>
          </a:p>
          <a:p>
            <a:r>
              <a:rPr lang="en-US" dirty="0"/>
              <a:t>Ratings impact retention</a:t>
            </a:r>
          </a:p>
          <a:p>
            <a:r>
              <a:rPr lang="en-US" dirty="0"/>
              <a:t>Vehicle type affects profitability</a:t>
            </a:r>
          </a:p>
          <a:p>
            <a:r>
              <a:rPr lang="en-US" dirty="0"/>
              <a:t>Payment preferences indicate digital adoption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 Recommendations</a:t>
            </a:r>
          </a:p>
          <a:p>
            <a:r>
              <a:rPr lang="en-US" dirty="0"/>
              <a:t>Improve driver allocation during peak hours</a:t>
            </a:r>
          </a:p>
          <a:p>
            <a:r>
              <a:rPr lang="en-US" dirty="0"/>
              <a:t>Incentivize high-rated drivers</a:t>
            </a:r>
          </a:p>
          <a:p>
            <a:r>
              <a:rPr lang="en-US" dirty="0"/>
              <a:t>Reduce customer cancellations via better ETA accuracy</a:t>
            </a:r>
          </a:p>
          <a:p>
            <a:r>
              <a:rPr lang="en-US" dirty="0"/>
              <a:t>Promote high-revenue vehicle types</a:t>
            </a:r>
          </a:p>
        </p:txBody>
      </p:sp>
    </p:spTree>
    <p:extLst>
      <p:ext uri="{BB962C8B-B14F-4D97-AF65-F5344CB8AC3E}">
        <p14:creationId xmlns:p14="http://schemas.microsoft.com/office/powerpoint/2010/main" val="2982680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</TotalTime>
  <Words>172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Ride Performance Analysis</vt:lpstr>
      <vt:lpstr>Business Problem Statement</vt:lpstr>
      <vt:lpstr>Dataset Overview</vt:lpstr>
      <vt:lpstr>Tools &amp; Methodology</vt:lpstr>
      <vt:lpstr>Overall Performance Dashboard</vt:lpstr>
      <vt:lpstr>Vehicle Type Impact</vt:lpstr>
      <vt:lpstr>Revenue Analysis</vt:lpstr>
      <vt:lpstr>Cancellation Analysis</vt:lpstr>
      <vt:lpstr>Ratings &amp; Customer Satisfaction</vt:lpstr>
      <vt:lpstr>Key Business Insights and Recommendations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 verma</dc:creator>
  <cp:lastModifiedBy>Divyansh verma</cp:lastModifiedBy>
  <cp:revision>1</cp:revision>
  <dcterms:created xsi:type="dcterms:W3CDTF">2026-01-07T13:25:24Z</dcterms:created>
  <dcterms:modified xsi:type="dcterms:W3CDTF">2026-01-08T13:42:49Z</dcterms:modified>
</cp:coreProperties>
</file>