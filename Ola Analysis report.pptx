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15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FDA85-F1CE-437F-A0C8-C83BA69F9DBB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0551F-4613-45B2-8D11-9238F1E5EF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47646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FDA85-F1CE-437F-A0C8-C83BA69F9DBB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0551F-4613-45B2-8D11-9238F1E5EF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3260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FDA85-F1CE-437F-A0C8-C83BA69F9DBB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0551F-4613-45B2-8D11-9238F1E5EF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8467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FDA85-F1CE-437F-A0C8-C83BA69F9DBB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0551F-4613-45B2-8D11-9238F1E5EF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62252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FDA85-F1CE-437F-A0C8-C83BA69F9DBB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0551F-4613-45B2-8D11-9238F1E5EF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3230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FDA85-F1CE-437F-A0C8-C83BA69F9DBB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0551F-4613-45B2-8D11-9238F1E5EF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05167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FDA85-F1CE-437F-A0C8-C83BA69F9DBB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0551F-4613-45B2-8D11-9238F1E5EF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2446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FDA85-F1CE-437F-A0C8-C83BA69F9DBB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0551F-4613-45B2-8D11-9238F1E5EF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58645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FDA85-F1CE-437F-A0C8-C83BA69F9DBB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0551F-4613-45B2-8D11-9238F1E5EF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78565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FDA85-F1CE-437F-A0C8-C83BA69F9DBB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0551F-4613-45B2-8D11-9238F1E5EF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4266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FDA85-F1CE-437F-A0C8-C83BA69F9DBB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0551F-4613-45B2-8D11-9238F1E5EF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4817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>
                <a:lumMod val="0"/>
                <a:lumOff val="100000"/>
              </a:schemeClr>
            </a:gs>
            <a:gs pos="42000">
              <a:schemeClr val="accent2">
                <a:lumMod val="0"/>
                <a:lumOff val="100000"/>
              </a:schemeClr>
            </a:gs>
            <a:gs pos="90000">
              <a:schemeClr val="accent2">
                <a:lumMod val="100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CFDA85-F1CE-437F-A0C8-C83BA69F9DBB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C0551F-4613-45B2-8D11-9238F1E5EF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0163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9E911-A5E6-1998-F3D7-4A0BCE2CD6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Ride Analysis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A1DA7B-D568-B803-E57F-324DF42DDA4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Project</a:t>
            </a:r>
            <a:endParaRPr lang="en-IN" sz="4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4A2B53-083D-A512-71C9-59AABBFDED6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810892" y="1600200"/>
            <a:ext cx="2314575" cy="80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6221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C396D-3342-6295-A5DE-49E954AED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Overall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CD370E2-6F5D-CAF6-F8D4-961AE4A393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6856" y="1825625"/>
            <a:ext cx="7558287" cy="4351338"/>
          </a:xfrm>
        </p:spPr>
      </p:pic>
    </p:spTree>
    <p:extLst>
      <p:ext uri="{BB962C8B-B14F-4D97-AF65-F5344CB8AC3E}">
        <p14:creationId xmlns:p14="http://schemas.microsoft.com/office/powerpoint/2010/main" val="14427063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08605-9893-9369-7823-9C635BB35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Vehicle Type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C9C35C9-CA4E-6A9A-0A86-7374D560DC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8378" y="1825625"/>
            <a:ext cx="7535243" cy="4351338"/>
          </a:xfrm>
        </p:spPr>
      </p:pic>
    </p:spTree>
    <p:extLst>
      <p:ext uri="{BB962C8B-B14F-4D97-AF65-F5344CB8AC3E}">
        <p14:creationId xmlns:p14="http://schemas.microsoft.com/office/powerpoint/2010/main" val="13387564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46B64-3AB5-61F4-A51C-F6D50ACC0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Revenue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479D82A-379C-4C7E-B9AE-043AA74060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1096" y="1825625"/>
            <a:ext cx="7689807" cy="4351338"/>
          </a:xfrm>
        </p:spPr>
      </p:pic>
    </p:spTree>
    <p:extLst>
      <p:ext uri="{BB962C8B-B14F-4D97-AF65-F5344CB8AC3E}">
        <p14:creationId xmlns:p14="http://schemas.microsoft.com/office/powerpoint/2010/main" val="10886011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CC8B4-1B67-173F-F772-62441F0D4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Cancellation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E391840-B78D-31BD-EDAB-0F415D1AD4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3509" y="1825625"/>
            <a:ext cx="7544981" cy="4351338"/>
          </a:xfrm>
        </p:spPr>
      </p:pic>
    </p:spTree>
    <p:extLst>
      <p:ext uri="{BB962C8B-B14F-4D97-AF65-F5344CB8AC3E}">
        <p14:creationId xmlns:p14="http://schemas.microsoft.com/office/powerpoint/2010/main" val="6085987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330A0-0BBE-989A-784C-18F72618A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Ratings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E5CA61B-2C00-5242-03E9-79D610BE9E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0044" y="1825625"/>
            <a:ext cx="7411912" cy="4351338"/>
          </a:xfrm>
        </p:spPr>
      </p:pic>
    </p:spTree>
    <p:extLst>
      <p:ext uri="{BB962C8B-B14F-4D97-AF65-F5344CB8AC3E}">
        <p14:creationId xmlns:p14="http://schemas.microsoft.com/office/powerpoint/2010/main" val="36142286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</TotalTime>
  <Words>9</Words>
  <Application>Microsoft Office PowerPoint</Application>
  <PresentationFormat>Widescreen</PresentationFormat>
  <Paragraphs>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Ride Analysis</vt:lpstr>
      <vt:lpstr>Overall</vt:lpstr>
      <vt:lpstr>Vehicle Type</vt:lpstr>
      <vt:lpstr>Revenue</vt:lpstr>
      <vt:lpstr>Cancellation</vt:lpstr>
      <vt:lpstr>Ratings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Divyansh verma</dc:creator>
  <cp:lastModifiedBy>Divyansh verma</cp:lastModifiedBy>
  <cp:revision>1</cp:revision>
  <dcterms:created xsi:type="dcterms:W3CDTF">2026-01-07T13:25:24Z</dcterms:created>
  <dcterms:modified xsi:type="dcterms:W3CDTF">2026-01-07T13:31:47Z</dcterms:modified>
</cp:coreProperties>
</file>